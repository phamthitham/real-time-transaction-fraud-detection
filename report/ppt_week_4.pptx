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FEA04-0CE4-ED2F-9135-6FB72AAB39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35C735-E5EF-CF26-05A3-FDF07BF75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23FF3-9FEE-259C-E2D5-468E786D7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C1080-4FB8-4B31-B8B0-914CA4F48F8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00CD9-61D7-F211-BA94-46A0BCDF2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BE728-DE89-2C30-AF7A-81E8F90C0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51C4-B68F-4397-AD1B-2C084684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41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65998-6EE5-8D4C-E8A9-1FB0B14F8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3BB8A-96ED-FB91-63D7-4DA5DD7A4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4B59-1166-41FC-03E9-D59FC947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C1080-4FB8-4B31-B8B0-914CA4F48F8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CD51B-978C-5139-C945-42C214F37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D1068-ECA9-8840-0938-692E6C395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51C4-B68F-4397-AD1B-2C084684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701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5C35E-77D1-D88E-B0E3-9FE2AFFA3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921EA-67C3-7030-95D5-8DDD92114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56E4C-220E-93D3-9877-C1608EF57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C1080-4FB8-4B31-B8B0-914CA4F48F8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480F0-0F6A-6206-F898-0231C4FF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188BA-BD44-CAF4-C658-DD2A85BE7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51C4-B68F-4397-AD1B-2C084684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167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55196-9CA0-7601-424A-852113BFB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88AEA-DC9D-CD45-5846-56C3A8A6BA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90F188-3FCC-7065-E0A6-A213E2A15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83984-D5EF-F59B-4C84-D9435F25D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C1080-4FB8-4B31-B8B0-914CA4F48F8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D48AC-3042-82C5-7684-E215D6BB9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02B49-C4B3-A7AB-C80F-19929DE4D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51C4-B68F-4397-AD1B-2C084684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48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FA69B-E044-9E4C-B601-EE8C14897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87C26-2D00-8C61-B06E-8D1D26384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77527F-54AA-BA54-7737-DC4995EDF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2BB875-D8D2-EA4E-8C6B-5EA7D4D1E8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7FFFCC-DE48-9F59-EFC1-F7A42E7CBB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F1D4B8-9288-6F0C-F232-27D841C25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C1080-4FB8-4B31-B8B0-914CA4F48F8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111DA3-13BE-50D6-C03C-F54A3B3B7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0673B6-09F1-4602-8EC1-6384D16E5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51C4-B68F-4397-AD1B-2C084684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841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1BAB2-C906-2C24-CE2B-6D7F7836B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98F6C-62FD-AA47-286C-C3C7F9B40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C1080-4FB8-4B31-B8B0-914CA4F48F8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4D5D12-9AF9-9331-5BD2-5F5A2D09F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758036-6DEF-7317-CE9E-48C67B147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51C4-B68F-4397-AD1B-2C084684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98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ECE400-EDF9-2B61-37AC-8BB4988E7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C1080-4FB8-4B31-B8B0-914CA4F48F8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BA4170-31A5-7CFA-CEC3-39872EDCC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FB412-1AB3-A799-F18C-B207A7246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51C4-B68F-4397-AD1B-2C084684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568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34210-535A-036E-ABAB-093E6CEDA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26087-761E-5059-296D-8CE4FB7FF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B4260-CDF5-13C7-08DE-DEE1336B7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FBB4F-DD5E-17A4-94FF-30E5FCA65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C1080-4FB8-4B31-B8B0-914CA4F48F8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9107F-F659-3032-4322-2056A9E81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7E30E-2636-72DB-9506-3DBEB4DBD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51C4-B68F-4397-AD1B-2C084684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6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A3C82-3320-1ADB-2C60-6C43325BC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08AE4A-F23E-9B83-8C4F-64A4FA1A8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B43D3-E834-D661-7871-3E5D5555D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2E16B-8ABC-EAFA-5BA0-3B5663143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C1080-4FB8-4B31-B8B0-914CA4F48F8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95B2E-3BAD-C034-590A-A72ECA0AD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78E61-2423-09D2-030B-DDFEA2DC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51C4-B68F-4397-AD1B-2C084684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866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87F6E-D47C-D0CB-B418-2375858C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E16AB-66FB-A9A4-343D-ECB8DE927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FAEB8-D6D0-F655-BB84-EE7A50180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C1080-4FB8-4B31-B8B0-914CA4F48F8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B9CD6-D79C-BD55-31DB-C6BE6239E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B112E-2DCE-2000-35AD-2B3ECCA87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51C4-B68F-4397-AD1B-2C084684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7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88A204-498C-5512-A766-7F709A901F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539F3-6575-E57E-A409-FC9689B6E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6D7E0-992B-5C56-E628-E6441D585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C1080-4FB8-4B31-B8B0-914CA4F48F8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1E207-7904-5F46-DBA4-C1C067777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98CA2-02B7-22C4-B504-91B7EDA8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51C4-B68F-4397-AD1B-2C084684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504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DF065-4EF0-409F-89E6-8FA24AF6D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E45A6-90F6-3F07-6D47-13B507ACD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28339-13FB-0C4C-17AD-9FED208B27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EC1080-4FB8-4B31-B8B0-914CA4F48F8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A92B8-4410-BA65-6200-F49002F3A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1EAD5-64AF-7F85-BA42-FE9D48FBD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EB51C4-B68F-4397-AD1B-2C084684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78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690B28-C065-4049-F5F4-D4DB7FBF7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8875" y="5556258"/>
            <a:ext cx="10592174" cy="1000655"/>
          </a:xfrm>
        </p:spPr>
        <p:txBody>
          <a:bodyPr anchor="t">
            <a:noAutofit/>
          </a:bodyPr>
          <a:lstStyle/>
          <a:p>
            <a:pPr algn="l"/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Bước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1.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Xây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dựng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mô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dự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báo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gian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lận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trong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giao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dịch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b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br>
              <a:rPr lang="en-US" sz="3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Paper planes in the sky&#10;&#10;AI-generated content may be incorrect.">
            <a:extLst>
              <a:ext uri="{FF2B5EF4-FFF2-40B4-BE49-F238E27FC236}">
                <a16:creationId xmlns:a16="http://schemas.microsoft.com/office/drawing/2014/main" id="{1EED47BE-BB05-7772-51DC-151C8E69DF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30" b="16429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9" name="Freeform: Shape 18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8410D4A6-93E1-7E32-DF10-6A539ADB3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470" y="4169672"/>
            <a:ext cx="5368918" cy="1012683"/>
          </a:xfrm>
        </p:spPr>
        <p:txBody>
          <a:bodyPr anchor="b">
            <a:noAutofit/>
          </a:bodyPr>
          <a:lstStyle/>
          <a:p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 HOÀN THÀNH</a:t>
            </a:r>
          </a:p>
        </p:txBody>
      </p:sp>
    </p:spTree>
    <p:extLst>
      <p:ext uri="{BB962C8B-B14F-4D97-AF65-F5344CB8AC3E}">
        <p14:creationId xmlns:p14="http://schemas.microsoft.com/office/powerpoint/2010/main" val="110839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4D0C8-06EB-CAD8-09C0-88852FA55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507760F2-2FAC-A042-F083-58DC91963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948" y="57433"/>
            <a:ext cx="11282098" cy="808357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 CẦN LÀM</a:t>
            </a:r>
            <a:endParaRPr lang="en-US" sz="44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5AFA42A-D9D0-F3F1-0DAD-459394DE9624}"/>
              </a:ext>
            </a:extLst>
          </p:cNvPr>
          <p:cNvSpPr txBox="1">
            <a:spLocks/>
          </p:cNvSpPr>
          <p:nvPr/>
        </p:nvSpPr>
        <p:spPr>
          <a:xfrm>
            <a:off x="316289" y="766541"/>
            <a:ext cx="11559415" cy="645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2.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endParaRPr lang="en-US" sz="32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diagram of a company&#10;&#10;AI-generated content may be incorrect.">
            <a:extLst>
              <a:ext uri="{FF2B5EF4-FFF2-40B4-BE49-F238E27FC236}">
                <a16:creationId xmlns:a16="http://schemas.microsoft.com/office/drawing/2014/main" id="{DA2EBBA8-A7FC-6A2D-ECFD-9CA3B3F67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04" y="1401417"/>
            <a:ext cx="11702186" cy="545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72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EF0AB-542F-5D8A-3836-94C9BD6A1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mall person balancing on a scale with a clock and dollar sign">
            <a:extLst>
              <a:ext uri="{FF2B5EF4-FFF2-40B4-BE49-F238E27FC236}">
                <a16:creationId xmlns:a16="http://schemas.microsoft.com/office/drawing/2014/main" id="{8897152A-1C01-D463-3D9A-7269CE443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1608" y="5430018"/>
            <a:ext cx="2442020" cy="162801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139B41FF-DA61-AECE-B840-C5C5F4A7A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6039" y="257135"/>
            <a:ext cx="11282098" cy="808357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NỘP BÀI TỪNG GIAI ĐOẠN</a:t>
            </a:r>
            <a:endParaRPr lang="en-US" sz="44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5F59E08-332F-A860-F3CE-9A8456B85EF2}"/>
              </a:ext>
            </a:extLst>
          </p:cNvPr>
          <p:cNvSpPr txBox="1">
            <a:spLocks/>
          </p:cNvSpPr>
          <p:nvPr/>
        </p:nvSpPr>
        <p:spPr>
          <a:xfrm>
            <a:off x="486039" y="1212575"/>
            <a:ext cx="11209784" cy="5039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Giai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real-time.</a:t>
            </a:r>
          </a:p>
          <a:p>
            <a:pPr algn="l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Giai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real-time.</a:t>
            </a:r>
          </a:p>
          <a:p>
            <a:pPr algn="l"/>
            <a:endParaRPr lang="en-US" sz="32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Giai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Picture 2" descr="A clock and gears with a dollar sign&#10;&#10;AI-generated content may be incorrect.">
            <a:extLst>
              <a:ext uri="{FF2B5EF4-FFF2-40B4-BE49-F238E27FC236}">
                <a16:creationId xmlns:a16="http://schemas.microsoft.com/office/drawing/2014/main" id="{DFAE6B84-B96E-F08A-EC5A-E3A3814C4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372" y="5630051"/>
            <a:ext cx="3897796" cy="122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51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113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Bước 1. Xây dựng mô hình dự báo gian lận trong giao dịch.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Phạm Thị Thắm</dc:creator>
  <cp:lastModifiedBy>Phạm Thị Thắm</cp:lastModifiedBy>
  <cp:revision>15</cp:revision>
  <dcterms:created xsi:type="dcterms:W3CDTF">2026-07-21T04:21:18Z</dcterms:created>
  <dcterms:modified xsi:type="dcterms:W3CDTF">2026-08-12T04:48:24Z</dcterms:modified>
</cp:coreProperties>
</file>